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78" r:id="rId5"/>
    <p:sldId id="279" r:id="rId6"/>
    <p:sldId id="280" r:id="rId7"/>
    <p:sldId id="281" r:id="rId8"/>
    <p:sldId id="282" r:id="rId9"/>
    <p:sldId id="284" r:id="rId10"/>
    <p:sldId id="283" r:id="rId11"/>
    <p:sldId id="285" r:id="rId12"/>
    <p:sldId id="286" r:id="rId13"/>
    <p:sldId id="287" r:id="rId14"/>
    <p:sldId id="288" r:id="rId15"/>
    <p:sldId id="273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5496290"/>
            <a:ext cx="399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2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1090"/>
            <a:ext cx="399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1800" dirty="0" smtClean="0"/>
              <a:t>http://academy.telerik.com</a:t>
            </a:r>
            <a:endParaRPr lang="en-US" sz="1800" dirty="0"/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5121649"/>
            <a:ext cx="399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defRPr>
            </a:lvl1pPr>
          </a:lstStyle>
          <a:p>
            <a:pPr lvl="0" eaLnBrk="1" hangingPunct="1">
              <a:spcBef>
                <a:spcPct val="0"/>
              </a:spcBef>
            </a:pP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Telerik Software Academy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63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EB9027D7-0073-4A0E-A98F-F25C4705E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85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EB9027D7-0073-4A0E-A98F-F25C4705E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5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45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73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7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redis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OpenTech/redis" TargetMode="External"/><Relationship Id="rId2" Type="http://schemas.openxmlformats.org/officeDocument/2006/relationships/hyperlink" Target="http://redis.io/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hocolatey.org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11.jpe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Redis and Redis with .NET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How to operate with Redis Databases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Databases</a:t>
            </a:r>
            <a:endParaRPr lang="en-US" dirty="0"/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10400" y="261580"/>
            <a:ext cx="1652517" cy="180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 descr="http://t0.gstatic.com/images?q=tbn:ANd9GcT2wwMA8h4TTEWCfGCZIhTHnPTYiiv92x24KylIV1X6OYxtuoGFaL9BvUO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74128" y="4648200"/>
            <a:ext cx="3060272" cy="1676400"/>
          </a:xfrm>
          <a:prstGeom prst="roundRect">
            <a:avLst>
              <a:gd name="adj" fmla="val 391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://siliconangle.com/files/2012/05/nosql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4400" y="374269"/>
            <a:ext cx="1768664" cy="1628698"/>
          </a:xfrm>
          <a:prstGeom prst="roundRect">
            <a:avLst>
              <a:gd name="adj" fmla="val 50000"/>
            </a:avLst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30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7924800" cy="685800"/>
          </a:xfrm>
        </p:spPr>
        <p:txBody>
          <a:bodyPr/>
          <a:lstStyle/>
          <a:p>
            <a:r>
              <a:rPr lang="en-US" dirty="0"/>
              <a:t>Redis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174080"/>
            <a:ext cx="7924800" cy="569120"/>
          </a:xfrm>
        </p:spPr>
        <p:txBody>
          <a:bodyPr/>
          <a:lstStyle/>
          <a:p>
            <a:pPr marL="0" lvl="1">
              <a:lnSpc>
                <a:spcPct val="100000"/>
              </a:lnSpc>
              <a:spcBef>
                <a:spcPts val="300"/>
              </a:spcBef>
            </a:pPr>
            <a:r>
              <a:rPr lang="en-US" dirty="0" smtClean="0"/>
              <a:t>Ultra-Fast Data Structures Server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6382" y="3200400"/>
            <a:ext cx="7143464" cy="2743200"/>
          </a:xfrm>
          <a:prstGeom prst="roundRect">
            <a:avLst>
              <a:gd name="adj" fmla="val 194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04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Redis?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Redis</a:t>
            </a:r>
            <a:r>
              <a:rPr lang="en-US" dirty="0" smtClean="0"/>
              <a:t> is</a:t>
            </a:r>
          </a:p>
          <a:p>
            <a:pPr lvl="1"/>
            <a:r>
              <a:rPr lang="en-US" dirty="0" smtClean="0"/>
              <a:t>Ultra-fast in-memory key-value data store</a:t>
            </a:r>
          </a:p>
          <a:p>
            <a:pPr lvl="1"/>
            <a:r>
              <a:rPr lang="en-US" dirty="0" smtClean="0"/>
              <a:t>Powerful data structures server</a:t>
            </a:r>
            <a:endParaRPr lang="en-US" dirty="0"/>
          </a:p>
          <a:p>
            <a:pPr lvl="1"/>
            <a:r>
              <a:rPr lang="en-US" dirty="0" smtClean="0"/>
              <a:t>Open-source software: </a:t>
            </a:r>
            <a:r>
              <a:rPr lang="en-US" dirty="0" smtClean="0">
                <a:hlinkClick r:id="rId2"/>
              </a:rPr>
              <a:t>http://redis.io</a:t>
            </a:r>
            <a:endParaRPr lang="en-US" dirty="0" smtClean="0"/>
          </a:p>
          <a:p>
            <a:r>
              <a:rPr lang="en-US" dirty="0" smtClean="0"/>
              <a:t>Redis stores data structures:</a:t>
            </a:r>
          </a:p>
          <a:p>
            <a:pPr lvl="1"/>
            <a:r>
              <a:rPr lang="en-US" dirty="0" smtClean="0"/>
              <a:t>Strings</a:t>
            </a:r>
          </a:p>
          <a:p>
            <a:pPr lvl="1"/>
            <a:r>
              <a:rPr lang="en-US" dirty="0"/>
              <a:t>Lists</a:t>
            </a:r>
          </a:p>
          <a:p>
            <a:pPr lvl="1"/>
            <a:r>
              <a:rPr lang="en-US" dirty="0" smtClean="0"/>
              <a:t>Hash tables</a:t>
            </a:r>
          </a:p>
          <a:p>
            <a:pPr lvl="1"/>
            <a:r>
              <a:rPr lang="en-US" dirty="0" smtClean="0"/>
              <a:t>Sets / sorted sets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7052" y="4279768"/>
            <a:ext cx="4531148" cy="1740032"/>
          </a:xfrm>
          <a:prstGeom prst="roundRect">
            <a:avLst>
              <a:gd name="adj" fmla="val 194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33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07362"/>
            <a:ext cx="8686800" cy="5498237"/>
          </a:xfrm>
        </p:spPr>
        <p:txBody>
          <a:bodyPr/>
          <a:lstStyle/>
          <a:p>
            <a:r>
              <a:rPr lang="en-US" dirty="0" smtClean="0"/>
              <a:t>To install Redis on Linux/Mac OSX:</a:t>
            </a:r>
          </a:p>
          <a:p>
            <a:pPr lvl="1"/>
            <a:r>
              <a:rPr lang="en-US" dirty="0"/>
              <a:t>Download from </a:t>
            </a:r>
            <a:r>
              <a:rPr lang="en-US" sz="2800" dirty="0">
                <a:hlinkClick r:id="rId2"/>
              </a:rPr>
              <a:t>http://</a:t>
            </a:r>
            <a:r>
              <a:rPr lang="en-US" sz="2800" dirty="0" smtClean="0">
                <a:hlinkClick r:id="rId2"/>
              </a:rPr>
              <a:t>redis.io/download</a:t>
            </a:r>
            <a:r>
              <a:rPr lang="en-US" sz="2800" dirty="0" smtClean="0"/>
              <a:t> </a:t>
            </a:r>
          </a:p>
          <a:p>
            <a:pPr lvl="1"/>
            <a:r>
              <a:rPr lang="en-US" sz="2800" dirty="0" smtClean="0"/>
              <a:t>Run it</a:t>
            </a:r>
          </a:p>
          <a:p>
            <a:r>
              <a:rPr lang="en-US" dirty="0" smtClean="0"/>
              <a:t>To install Redis on Windows:</a:t>
            </a:r>
          </a:p>
          <a:p>
            <a:pPr lvl="1"/>
            <a:r>
              <a:rPr lang="en-US" dirty="0"/>
              <a:t>Download </a:t>
            </a:r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github.com/MSOpenTech/redis</a:t>
            </a:r>
            <a:r>
              <a:rPr lang="en-US" sz="2800" dirty="0" smtClean="0"/>
              <a:t> </a:t>
            </a:r>
          </a:p>
          <a:p>
            <a:pPr lvl="1"/>
            <a:r>
              <a:rPr lang="en-US" sz="2800" dirty="0" smtClean="0"/>
              <a:t>Open the solution in the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msvs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smtClean="0"/>
              <a:t>folder and build it with VS</a:t>
            </a:r>
          </a:p>
          <a:p>
            <a:pPr lvl="1"/>
            <a:r>
              <a:rPr lang="en-US" sz="2800" dirty="0" smtClean="0"/>
              <a:t>Or use Package manager s </a:t>
            </a:r>
            <a:r>
              <a:rPr lang="en-US" sz="2800" dirty="0" err="1" smtClean="0"/>
              <a:t>Chocolatey</a:t>
            </a:r>
            <a:endParaRPr lang="en-US" sz="2800" dirty="0" smtClean="0"/>
          </a:p>
          <a:p>
            <a:pPr lvl="2"/>
            <a:r>
              <a:rPr lang="en-US" dirty="0">
                <a:hlinkClick r:id="rId4"/>
              </a:rPr>
              <a:t>http://chocolatey.org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3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Installing and Building a Redis Server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09600" y="3833469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8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Working with Redis and the .NET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1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Redis and .NET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2525307"/>
          </a:xfrm>
        </p:spPr>
        <p:txBody>
          <a:bodyPr>
            <a:spAutoFit/>
          </a:bodyPr>
          <a:lstStyle/>
          <a:p>
            <a:r>
              <a:rPr lang="en-US" dirty="0" smtClean="0"/>
              <a:t>Install the Redis Client of </a:t>
            </a:r>
            <a:r>
              <a:rPr lang="en-US" dirty="0" err="1" smtClean="0"/>
              <a:t>ServiceStack.Net</a:t>
            </a:r>
            <a:endParaRPr lang="en-US" dirty="0" smtClean="0"/>
          </a:p>
          <a:p>
            <a:pPr lvl="1"/>
            <a:r>
              <a:rPr lang="en-US" dirty="0" smtClean="0"/>
              <a:t>Free and intuitive to use</a:t>
            </a:r>
          </a:p>
          <a:p>
            <a:pPr lvl="1"/>
            <a:r>
              <a:rPr lang="en-US" dirty="0" smtClean="0"/>
              <a:t>Run in VS console</a:t>
            </a:r>
          </a:p>
          <a:p>
            <a:pPr lvl="1"/>
            <a:r>
              <a:rPr lang="en-US" dirty="0" smtClean="0"/>
              <a:t>Then: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41081" y="2285546"/>
            <a:ext cx="4721179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Install-Package</a:t>
            </a: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ServiceStack.Redis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434" y="3409889"/>
            <a:ext cx="7196570" cy="16004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new </a:t>
            </a: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(host);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redisLogs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redis.As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&lt;Log&gt;();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redisLogs.Store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newTodo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 err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redisLogs</a:t>
            </a:r>
            <a:r>
              <a:rPr lang="en-US" sz="2000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.GetAll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.Print();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Using Redis with .NET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Redis Clients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0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Redis Clients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4319644"/>
          </a:xfrm>
        </p:spPr>
        <p:txBody>
          <a:bodyPr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ServiceStack</a:t>
            </a:r>
            <a:r>
              <a:rPr lang="en-US" dirty="0" smtClean="0"/>
              <a:t> Redis API provides three different clients to work with the data:</a:t>
            </a:r>
          </a:p>
          <a:p>
            <a:pPr lvl="1"/>
            <a:r>
              <a:rPr lang="en-US" dirty="0" err="1" smtClean="0"/>
              <a:t>IRedisNativeClient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IRedisClient</a:t>
            </a:r>
            <a:endParaRPr lang="en-US" b="0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IRedisTypedClient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889508" y="2844839"/>
            <a:ext cx="6114974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IRedisNativeClient</a:t>
            </a:r>
            <a:r>
              <a:rPr lang="en-US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client = new </a:t>
            </a: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9508" y="4039441"/>
            <a:ext cx="6114974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client = new </a:t>
            </a: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9508" y="5277347"/>
            <a:ext cx="6114974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client = new </a:t>
            </a:r>
            <a:r>
              <a:rPr lang="en-US" b="1" dirty="0" err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RedisClient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72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Redis Clients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7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929632"/>
            <a:ext cx="7924800" cy="685800"/>
          </a:xfrm>
        </p:spPr>
        <p:txBody>
          <a:bodyPr/>
          <a:lstStyle/>
          <a:p>
            <a:r>
              <a:rPr lang="en-US" dirty="0" smtClean="0"/>
              <a:t>Database Persistence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6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Redis Persistence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2982897"/>
          </a:xfrm>
        </p:spPr>
        <p:txBody>
          <a:bodyPr/>
          <a:lstStyle/>
          <a:p>
            <a:r>
              <a:rPr lang="en-US" dirty="0" smtClean="0"/>
              <a:t>Redis runs in the memory</a:t>
            </a:r>
          </a:p>
          <a:p>
            <a:pPr lvl="1"/>
            <a:r>
              <a:rPr lang="en-US" dirty="0" smtClean="0"/>
              <a:t>That is the reason to be that fast</a:t>
            </a:r>
          </a:p>
          <a:p>
            <a:r>
              <a:rPr lang="en-US" dirty="0" smtClean="0"/>
              <a:t>Redis saves the data on the disk at a given period</a:t>
            </a:r>
          </a:p>
          <a:p>
            <a:pPr lvl="1"/>
            <a:r>
              <a:rPr lang="en-US" dirty="0" smtClean="0"/>
              <a:t>By default:</a:t>
            </a:r>
          </a:p>
          <a:p>
            <a:pPr lvl="1"/>
            <a:endParaRPr lang="en-US" dirty="0" smtClean="0"/>
          </a:p>
        </p:txBody>
      </p:sp>
      <p:sp>
        <p:nvSpPr>
          <p:cNvPr id="7" name="Rectangle 6"/>
          <p:cNvSpPr/>
          <p:nvPr/>
        </p:nvSpPr>
        <p:spPr>
          <a:xfrm>
            <a:off x="889508" y="3990059"/>
            <a:ext cx="7233560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save </a:t>
            </a:r>
            <a:r>
              <a:rPr lang="en-US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900 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  // 1 key for 900 seconds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save </a:t>
            </a:r>
            <a:r>
              <a:rPr lang="en-US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300 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10  //10 keys for 300 seconds</a:t>
            </a:r>
            <a:endParaRPr lang="en-US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save 60 </a:t>
            </a:r>
            <a:r>
              <a:rPr lang="en-US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10000 // 10000 keys for 60 seconds</a:t>
            </a:r>
            <a:endParaRPr lang="en-US" sz="2000" b="1" dirty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Persistence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0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NoSQL Databases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115980" y="6400800"/>
            <a:ext cx="2909707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http://academy.telerik.com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5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r>
              <a:rPr lang="en-US" dirty="0" smtClean="0"/>
              <a:t>Telerik School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2"/>
              </a:rPr>
              <a:t>schoolacademy.telerik.com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1208" y="4953000"/>
            <a:ext cx="1466851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0200" y="25908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72187" y="3938587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hlinkClick r:id="rId2" tooltip="Telerik School Academy - Free Software Development Trainings for High-School Students"/>
          </p:cNvPr>
          <p:cNvPicPr>
            <a:picLocks noChangeAspect="1" noChangeArrowheads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42019" y="1219200"/>
            <a:ext cx="2606040" cy="89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89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 Academy theme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rik Academy theme" id="{2620D71C-A5FD-46E0-A488-16D4CF22AEE2}" vid="{F028A4D3-6851-4D6D-A82D-72CBFB9A81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 theme</Template>
  <TotalTime>60</TotalTime>
  <Words>307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Cambria</vt:lpstr>
      <vt:lpstr>Consolas</vt:lpstr>
      <vt:lpstr>Corbel</vt:lpstr>
      <vt:lpstr>Wingdings 2</vt:lpstr>
      <vt:lpstr>Telerik Academy theme</vt:lpstr>
      <vt:lpstr>Redis and Redis with .NET</vt:lpstr>
      <vt:lpstr>Redis</vt:lpstr>
      <vt:lpstr>What is Redis?</vt:lpstr>
      <vt:lpstr>Installing Redis</vt:lpstr>
      <vt:lpstr>Installing and Building a Redis Server</vt:lpstr>
      <vt:lpstr>Working with Redis and the .NET API</vt:lpstr>
      <vt:lpstr>Working with Redis and .NET</vt:lpstr>
      <vt:lpstr>Using Redis with .NET</vt:lpstr>
      <vt:lpstr>Redis Clients</vt:lpstr>
      <vt:lpstr>Redis Clients</vt:lpstr>
      <vt:lpstr>Redis Clients</vt:lpstr>
      <vt:lpstr>Database Persistence</vt:lpstr>
      <vt:lpstr>Redis Persistence</vt:lpstr>
      <vt:lpstr>Database Persistence</vt:lpstr>
      <vt:lpstr>NoSQL Databases</vt:lpstr>
      <vt:lpstr>Free Trainings @ Telerik Academy</vt:lpstr>
    </vt:vector>
  </TitlesOfParts>
  <Company>Telerik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NoSQL Databases</dc:title>
  <dc:creator>Doncho Minkov</dc:creator>
  <cp:lastModifiedBy>Doncho Minkov</cp:lastModifiedBy>
  <cp:revision>63</cp:revision>
  <dcterms:created xsi:type="dcterms:W3CDTF">2014-08-28T14:33:35Z</dcterms:created>
  <dcterms:modified xsi:type="dcterms:W3CDTF">2014-09-02T12:21:44Z</dcterms:modified>
</cp:coreProperties>
</file>